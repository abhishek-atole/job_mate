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Score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6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Candidate A</c:v>
                  </c:pt>
                  <c:pt idx="1">
                    <c:v>Candidate B</c:v>
                  </c:pt>
                  <c:pt idx="2">
                    <c:v>Candidate C</c:v>
                  </c:pt>
                  <c:pt idx="3">
                    <c:v>Candidate D</c:v>
                  </c:pt>
                  <c:pt idx="4">
                    <c:v>Candidate 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82.3</c:v>
                </c:pt>
                <c:pt idx="1">
                  <c:v>45.7</c:v>
                </c:pt>
                <c:pt idx="2">
                  <c:v>19.2</c:v>
                </c:pt>
                <c:pt idx="3">
                  <c:v>67.1</c:v>
                </c:pt>
                <c:pt idx="4">
                  <c:v>91.4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226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Portal with AI-based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Screening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443484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024128" y="427939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end to end — from candidate signup to AI-ranked shortlist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Guide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manual resume screening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048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 — solution overview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072384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0266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workflow, step by step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6484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workflow, step by step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270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behind the scenes when you apply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matching engine scores a resume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559552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559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5138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 stack, and testing results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Resume Screening Doesn't Scale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928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hundreds of applications per posting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8072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resume is reviewed manually, one at a time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7216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criteria are applied inconsistently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63600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candidates get missed due to reviewer fatigue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23760" y="1874520"/>
            <a:ext cx="4297680" cy="37490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2606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time-to-hire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43800" y="3291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fatigue-driven decisions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43800" y="3977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get no visibility into fit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43800" y="4663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wasted on both sides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Does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two roles, one AI engine connecting them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173736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58775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and employers register, build profiles, and manage the entire hiring process in one place.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12080" cy="173736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Intelligence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58775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resume is parsed automatically and converted into a structured, searchable text profile.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5212080" cy="173736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Matching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55371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is scored for relevance against the job description — instantly, consistently, and explainably.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931920"/>
            <a:ext cx="5212080" cy="173736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Shortlists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55371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see applicants ordered by relevance, not by the order they happened to apply.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fully searchable profile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98448" y="2432304"/>
            <a:ext cx="31821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4608" y="2432304"/>
            <a:ext cx="31821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as a Candidate using name, email, and password.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Profile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skills, years of experience, and education history.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438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resume (max 5MB) — this becomes the input to the AI engine.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resume uploaded here is the exact document the AI engine reads later — a complete, accurate profile directly improves match accuracy.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&amp; Applying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browsing jobs to tracking every application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07008" y="2432304"/>
            <a:ext cx="231343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4488" y="2432304"/>
            <a:ext cx="231343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01968" y="2432304"/>
            <a:ext cx="231343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Jobs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open postings by keyword, location, or salary range.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2044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submits the application and triggers AI scoring automatically.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1500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Match 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immediately sees how well their profile fits the role.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Applications” shows real-time status: Applied, Shortlisted, Rejected, or Hired.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 a Job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company signup to a live posting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98448" y="2432304"/>
            <a:ext cx="31821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64608" y="2432304"/>
            <a:ext cx="318211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Company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Employer account with company name and a short description.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Job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title, description, required skills, location, and salary range.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438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Goes Live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posting appears instantly in candidate search results.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881360" cy="10058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required-skills field entered here becomes the job-description input the AI engine compares every resume against.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Reviewing &amp; Hiring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ranked applicants to a final decision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07008" y="2432304"/>
            <a:ext cx="231343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04488" y="2432304"/>
            <a:ext cx="231343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01968" y="2432304"/>
            <a:ext cx="231343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Ranked List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for the job appear sorted by AI match score, highest first.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2044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Profiles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candidate's resume, skills, and experience directly from the list.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1500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or Reject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7784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updates status — the candidate is notified immediately.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15400" y="2194560"/>
            <a:ext cx="502920" cy="50292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2880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&amp; Close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32918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candidate as hired and close the posting.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Click “Apply”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click triggers five coordinated steps</a:t>
            </a:r>
            <a:endParaRPr lang="en-US" sz="1300" dirty="0"/>
          </a:p>
        </p:txBody>
      </p:sp>
      <p:pic>
        <p:nvPicPr>
          <p:cNvPr id="5" name="Image 0" descr="/home/claude/diagrams/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102096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82880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828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0" y="17647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the application request to the backend API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260604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25420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saves the application record in the database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338328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asks the NLP microservice to score the resume against the JD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0" y="416052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0" y="40965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service returns a match score within seconds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0" y="4937760"/>
            <a:ext cx="329184" cy="32918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4937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0" y="48737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sees instant confirmation with their match score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AI Matching Score Is Calculated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379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from the uploaded PDF resume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048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both resume &amp; job text (lowercase, remove stopwords)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971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both into TF-IDF vectors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5387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Cosine Similarity between the two vectors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42232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056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result to a 0-100% match score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874520"/>
            <a:ext cx="429768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2194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similarity(A, B) =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 · B) / (||A|| × ||B||)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98080" y="3383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cosine similarity = more shared, weighted terms between resume and job description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23760" y="43434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TF-IDF? It's fast, needs no training data or GPU, and — unlike a black-box model — every score can be explained to the candidate and employer.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2700" dirty="0"/>
          </a:p>
        </p:txBody>
      </p:sp>
      <p:pic>
        <p:nvPicPr>
          <p:cNvPr id="4" name="Image 0" descr="/home/claude/diagram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4705" y="1691640"/>
            <a:ext cx="6139543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16916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21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429000" cy="16916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221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6791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/ Node.js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429000" cy="16916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2221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21040" y="26791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MySQL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3429000" cy="16916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87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645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931920"/>
            <a:ext cx="3429000" cy="16916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4187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17720" y="4645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3931920"/>
            <a:ext cx="3429000" cy="169164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4187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464515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GitHub Actions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10896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566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514600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514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520440" y="3566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514600" cy="310896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514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63640" y="3566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Levels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2103120"/>
            <a:ext cx="2514600" cy="3108960"/>
          </a:xfrm>
          <a:prstGeom prst="rect">
            <a:avLst/>
          </a:prstGeom>
          <a:solidFill>
            <a:srgbClr val="EDF2FC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514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006840" y="3566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Resolved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AI Match Scores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posting: Python Backend Developer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920240"/>
          <a:ext cx="10698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892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 via Sentence-BERT embeddings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892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resume support &amp; LinkedIn import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310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 with calendar sync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38328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3101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recommendation engine for candidates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7274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09360" y="4800600"/>
            <a:ext cx="365760" cy="36576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47274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CI/CD pipeline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prototype that takes a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from signup to AI-ranked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shortlist — end to 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test pass rate  •  Full-stack implementation  •  Clear roadmap ahead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5303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Portal with AI-based Resume Screening System</dc:title>
  <dc:subject>PptxGenJS Presentation</dc:subject>
  <dc:creator>MCA Final Year Project</dc:creator>
  <cp:lastModifiedBy>MCA Final Year Project</cp:lastModifiedBy>
  <cp:revision>1</cp:revision>
  <dcterms:created xsi:type="dcterms:W3CDTF">2026-07-01T22:02:07Z</dcterms:created>
  <dcterms:modified xsi:type="dcterms:W3CDTF">2026-07-01T22:02:07Z</dcterms:modified>
</cp:coreProperties>
</file>